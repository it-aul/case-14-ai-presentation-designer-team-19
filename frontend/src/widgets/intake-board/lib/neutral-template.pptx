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8.0</c:v>
                </c:pt>
                <c:pt idx="2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8ECF1"/>
                </a:solidFill>
                <a:latin typeface="Calibri"/>
              </a:rPr>
              <a:t>Минималистичный unseen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828800" cy="73152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8ECF1"/>
                </a:solidFill>
                <a:latin typeface="Calibri"/>
              </a:rPr>
              <a:t>Единственный контентный exemplar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FA3BD"/>
                </a:solidFill>
                <a:latin typeface="Calibri"/>
              </a:rPr>
              <a:t>Первый абзац с фактом.</a:t>
            </a:r>
          </a:p>
          <a:p>
            <a:r>
              <a:rPr sz="1400" b="0">
                <a:solidFill>
                  <a:srgbClr val="8FA3BD"/>
                </a:solidFill>
                <a:latin typeface="Calibri"/>
              </a:rPr>
              <a:t>Второй абзац с деталями.</a:t>
            </a:r>
          </a:p>
          <a:p>
            <a:r>
              <a:rPr sz="1400" b="0">
                <a:solidFill>
                  <a:srgbClr val="8FA3BD"/>
                </a:solidFill>
                <a:latin typeface="Calibri"/>
              </a:rPr>
              <a:t>Третий абзац с выводом.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8ECF1"/>
                </a:solidFill>
                <a:latin typeface="Calibri"/>
              </a:rPr>
              <a:t>Единственный chart-exemplar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463040"/>
          <a:ext cx="98755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seen_s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09728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7744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FA3BD"/>
                </a:solidFill>
                <a:latin typeface="Calibri"/>
              </a:rPr>
              <a:t>Картиночный exemplar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