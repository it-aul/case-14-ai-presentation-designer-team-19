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685800"/>
            <a:ext cx="10668000" cy="1371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3200" b="1" dirty="0"/>
              <a:t>E2E шаблон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2000" y="2286000"/>
            <a:ext cx="10668000" cy="3886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1800" dirty="0"/>
              <a:t>Минимальный пакет PresentationML для сквозного теста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685800"/>
            <a:ext cx="10668000" cy="1371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3200" b="1" dirty="0"/>
              <a:t>Второй слайд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2000" y="2286000"/>
            <a:ext cx="10668000" cy="3886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1800" dirty="0"/>
              <a:t>Текст</a:t>
            </a:r>
          </a:p>
          <a:p>
            <a:r>
              <a:rPr lang="ru-RU" sz="1800" dirty="0"/>
              <a:t>Ещё строка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DNA Placeholder">
  <a:themeElements>
    <a:clrScheme name="DeckDNA Placeholder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DeckDNA Placehol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ckDNA 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