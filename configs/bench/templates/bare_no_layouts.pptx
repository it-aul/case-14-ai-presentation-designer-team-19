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Отчёт о работе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Собрано вручную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Сводка за период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