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Сегмент A</c:v>
                </c:pt>
                <c:pt idx="1">
                  <c:v>Сегмент B</c:v>
                </c:pt>
                <c:pt idx="2">
                  <c:v>Сегмент C</c:v>
                </c:pt>
                <c:pt idx="3">
                  <c:v>Сегмент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10.0</c:v>
                </c:pt>
                <c:pt idx="1">
                  <c:v>14.0</c:v>
                </c:pt>
                <c:pt idx="2">
                  <c:v>12.5</c:v>
                </c:pt>
                <c:pt idx="3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7863840" cy="54864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622"/>
                </a:solidFill>
                <a:latin typeface="Georgia"/>
              </a:rPr>
              <a:t>Печатный квартальный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A6E62"/>
                </a:solidFill>
                <a:latin typeface="Georgia"/>
              </a:rPr>
              <a:t>4:3 unseen-шаблон — светлая тема, serif-шрифт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Georgia"/>
              </a:rPr>
              <a:t>Раздел: операционные метрики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2D5C"/>
                </a:solidFill>
                <a:latin typeface="Georgia"/>
              </a:rPr>
              <a:t>Подраздел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622"/>
                </a:solidFill>
                <a:latin typeface="Georgia"/>
              </a:rPr>
              <a:t>Тело подраздела содержит пояснения и факты, которые переносятся в слот при заливке.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82296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2D5C"/>
                </a:solidFill>
                <a:latin typeface="Georgia"/>
              </a:rPr>
              <a:t>Подраздел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7680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B2622"/>
                </a:solidFill>
                <a:latin typeface="Georgia"/>
              </a:rPr>
              <a:t>Тело подраздела содержит пояснения и факты, которые переносятся в слот при заливке.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Georgia"/>
              </a:rPr>
              <a:t>Годовая динамика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188720"/>
          <a:ext cx="7680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Georgia"/>
              </a:rPr>
              <a:t>Сводная таблица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7680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1051560">
                <a:tc>
                  <a:txBody>
                    <a:bodyPr/>
                    <a:lstStyle/>
                    <a:p>
                      <a:r>
                        <a:rPr sz="120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Комментарий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200"/>
                        <a:t>Покрытие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по регионам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200"/>
                        <a:t>Отток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ниже плана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200"/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стабилен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Georgia"/>
              </a:rPr>
              <a:t>Иллюстрация</a:t>
            </a:r>
          </a:p>
        </p:txBody>
      </p:sp>
      <p:pic>
        <p:nvPicPr>
          <p:cNvPr id="5" name="Picture 4" descr="unseen43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6217920" cy="4145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58521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6E62"/>
                </a:solidFill>
                <a:latin typeface="Georgia"/>
              </a:rPr>
              <a:t>Подпись под иллюстрацией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